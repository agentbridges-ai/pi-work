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/>
    </a:defPPr>
    <a:lvl1pPr marL="0" algn="l">
      <a:defRPr sz="1800">
        <a:solidFill>
          <a:schemeClr val="tx1"/>
        </a:solidFill>
        <a:latin typeface="+mn-lt"/>
      </a:defRPr>
    </a:lvl1pPr>
    <a:lvl2pPr marL="457200" algn="l">
      <a:defRPr sz="1800">
        <a:solidFill>
          <a:schemeClr val="tx1"/>
        </a:solidFill>
        <a:latin typeface="+mn-lt"/>
      </a:defRPr>
    </a:lvl2pPr>
    <a:lvl3pPr marL="914400" algn="l">
      <a:defRPr sz="1800">
        <a:solidFill>
          <a:schemeClr val="tx1"/>
        </a:solidFill>
        <a:latin typeface="+mn-lt"/>
      </a:defRPr>
    </a:lvl3pPr>
    <a:lvl4pPr marL="1371600" algn="l">
      <a:defRPr sz="1800">
        <a:solidFill>
          <a:schemeClr val="tx1"/>
        </a:solidFill>
        <a:latin typeface="+mn-lt"/>
      </a:defRPr>
    </a:lvl4pPr>
    <a:lvl5pPr marL="1828800" algn="l">
      <a:defRPr sz="1800">
        <a:solidFill>
          <a:schemeClr val="tx1"/>
        </a:solidFill>
        <a:latin typeface="+mn-lt"/>
      </a:defRPr>
    </a:lvl5pPr>
    <a:lvl6pPr marL="2286000" algn="l">
      <a:defRPr sz="1800">
        <a:solidFill>
          <a:schemeClr val="tx1"/>
        </a:solidFill>
        <a:latin typeface="+mn-lt"/>
      </a:defRPr>
    </a:lvl6pPr>
    <a:lvl7pPr marL="2743200" algn="l">
      <a:defRPr sz="1800">
        <a:solidFill>
          <a:schemeClr val="tx1"/>
        </a:solidFill>
        <a:latin typeface="+mn-lt"/>
      </a:defRPr>
    </a:lvl7pPr>
    <a:lvl8pPr marL="3200400" algn="l">
      <a:defRPr sz="1800">
        <a:solidFill>
          <a:schemeClr val="tx1"/>
        </a:solidFill>
        <a:latin typeface="+mn-lt"/>
      </a:defRPr>
    </a:lvl8pPr>
    <a:lvl9pPr marL="3657600" algn="l">
      <a:defRPr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923287" name="Rectangle 7"/>
          <p:cNvSpPr>
            <a:spLocks noChangeArrowheads="1" noGrp="1"/>
          </p:cNvSpPr>
          <p:nvPr>
            <p:ph type="body" idx="1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053580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8051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827724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50680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49844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904944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00674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388656" name="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413315" name="Title 1"/>
          <p:cNvSpPr/>
          <p:nvPr isPhoto="0" userDrawn="0">
            <p:ph type="ctrTitle" hasCustomPrompt="0"/>
          </p:nvPr>
        </p:nvSpPr>
        <p:spPr bwMode="auto">
          <a:xfrm>
            <a:off x="608400" y="1267200"/>
            <a:ext cx="8056800" cy="3020400"/>
          </a:xfrm>
        </p:spPr>
        <p:txBody>
          <a:bodyPr anchor="b"/>
          <a:lstStyle>
            <a:lvl1pPr algn="l">
              <a:defRPr sz="60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4405359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44874748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178035273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1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195635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27134668" name="Content Placeholder 2"/>
          <p:cNvSpPr/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4431761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616857113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061284506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946383" name="Title 1"/>
          <p:cNvSpPr/>
          <p:nvPr isPhoto="0" userDrawn="0">
            <p:ph type="title" hasCustomPrompt="0"/>
          </p:nvPr>
        </p:nvSpPr>
        <p:spPr bwMode="auto">
          <a:xfrm>
            <a:off x="1764000" y="1191600"/>
            <a:ext cx="6904800" cy="1724400"/>
          </a:xfrm>
        </p:spPr>
        <p:txBody>
          <a:bodyPr anchor="b"/>
          <a:lstStyle>
            <a:lvl1pPr algn="r">
              <a:defRPr sz="54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99350486" name="Text Placeholder 2"/>
          <p:cNvSpPr/>
          <p:nvPr isPhoto="0" userDrawn="0">
            <p:ph type="body" idx="1" hasCustomPrompt="0"/>
          </p:nvPr>
        </p:nvSpPr>
        <p:spPr bwMode="auto">
          <a:xfrm>
            <a:off x="3924000" y="3888000"/>
            <a:ext cx="4896000" cy="2419200"/>
          </a:xfrm>
        </p:spPr>
        <p:txBody>
          <a:bodyPr/>
          <a:lstStyle>
            <a:lvl1pPr marL="0" indent="0" algn="r">
              <a:buNone/>
              <a:defRPr sz="4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4268224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614528883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972021454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2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203629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236397" name="Content Placeholder 2"/>
          <p:cNvSpPr/>
          <p:nvPr isPhoto="0" userDrawn="0">
            <p:ph sz="half" idx="1" hasCustomPrompt="0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4404243" name="Content Placeholder 3"/>
          <p:cNvSpPr/>
          <p:nvPr isPhoto="0" userDrawn="0">
            <p:ph sz="half" idx="2" hasCustomPrompt="0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18775454" name="Date Placeholder 4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2046635884" name="Footer Placeholder 5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275357585" name="Slide Number Placeholder 6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440759" name="Title 1"/>
          <p:cNvSpPr/>
          <p:nvPr isPhoto="0" userDrawn="0">
            <p:ph type="title" hasCustomPrompt="0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9130307" name="Text Placeholder 2"/>
          <p:cNvSpPr/>
          <p:nvPr isPhoto="0" userDrawn="0">
            <p:ph type="body" idx="1" hasCustomPrompt="0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22680172" name="Content Placeholder 3"/>
          <p:cNvSpPr/>
          <p:nvPr isPhoto="0" userDrawn="0">
            <p:ph sz="half" idx="2" hasCustomPrompt="0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56104817" name="Text Placeholder 4"/>
          <p:cNvSpPr/>
          <p:nvPr isPhoto="0" userDrawn="0">
            <p:ph type="body" sz="quarter" idx="3" hasCustomPrompt="0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25434283" name="Content Placeholder 5"/>
          <p:cNvSpPr/>
          <p:nvPr isPhoto="0" userDrawn="0">
            <p:ph sz="quarter" idx="4" hasCustomPrompt="0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2041176" name="Date Placeholder 6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106281002" name="Footer Placeholder 7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613398642" name="Slide Number Placeholder 8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31667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7948447" name="Date Placeholder 2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277609346" name="Footer Placeholder 3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827735046" name="Slide Number Placeholder 4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206233" name="Date Placeholder 1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890642328" name="Footer Placeholder 2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370163426" name="Slide Number Placeholder 3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73199" name="Title 1"/>
          <p:cNvSpPr/>
          <p:nvPr isPhoto="0" userDrawn="0">
            <p:ph type="title" hasCustomPrompt="0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57568618" name="Content Placeholder 2"/>
          <p:cNvSpPr/>
          <p:nvPr isPhoto="0" userDrawn="0">
            <p:ph idx="1" hasCustomPrompt="0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23157175" name="Text Placeholder 3"/>
          <p:cNvSpPr/>
          <p:nvPr isPhoto="0" userDrawn="0">
            <p:ph type="body" sz="half" idx="2" hasCustomPrompt="0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3882825" name="Date Placeholder 4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2141864250" name="Footer Placeholder 5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384541877" name="Slide Number Placeholder 6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307580" name="Title 1"/>
          <p:cNvSpPr/>
          <p:nvPr isPhoto="0" userDrawn="0">
            <p:ph type="title" hasCustomPrompt="0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95588236" name="Picture Placeholder 2"/>
          <p:cNvSpPr/>
          <p:nvPr isPhoto="0" userDrawn="0">
            <p:ph type="pic" idx="1" hasCustomPrompt="0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794119695" name="Text Placeholder 3"/>
          <p:cNvSpPr/>
          <p:nvPr isPhoto="0" userDrawn="0">
            <p:ph type="body" sz="half" idx="2" hasCustomPrompt="0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87646182" name="Date Placeholder 4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696806929" name="Footer Placeholder 5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404950022" name="Slide Number Placeholder 6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301259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2100634" name="Vertical Text Placeholder 2"/>
          <p:cNvSpPr/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04279452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135587182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467159052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433864" name="Vertical Title 1"/>
          <p:cNvSpPr/>
          <p:nvPr isPhoto="0" userDrawn="0">
            <p:ph type="title" orient="vert" hasCustomPrompt="0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07800715" name="Vertical Text Placeholder 2"/>
          <p:cNvSpPr/>
          <p:nvPr isPhoto="0" userDrawn="0">
            <p:ph type="body" orient="vert" idx="1" hasCustomPrompt="0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7897255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306318682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453816389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496225" name="Title Placeholder 1"/>
          <p:cNvSpPr/>
          <p:nvPr isPhoto="0" userDrawn="0">
            <p:ph type="title" hasCustomPrompt="0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6529919" name="Text Placeholder 2"/>
          <p:cNvSpPr/>
          <p:nvPr isPhoto="0" userDrawn="0">
            <p:ph type="body" idx="1" hasCustomPrompt="0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5528567" name="Date Placeholder 3"/>
          <p:cNvSpPr/>
          <p:nvPr isPhoto="0" userDrawn="0">
            <p:ph type="dt" sz="half" idx="2" hasCustomPrompt="0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8EC678CE-9857-4734-9115-53321CEB7787}" type="datetimeFigureOut">
              <a:rPr/>
              <a:t>7/17/2026</a:t>
            </a:fld>
            <a:endParaRPr/>
          </a:p>
        </p:txBody>
      </p:sp>
      <p:sp>
        <p:nvSpPr>
          <p:cNvPr id="1817669724" name="Footer Placeholder 4"/>
          <p:cNvSpPr/>
          <p:nvPr isPhoto="0" userDrawn="0">
            <p:ph type="ftr" sz="quarter" idx="3" hasCustomPrompt="0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07895231" name="Slide Number Placeholder 5"/>
          <p:cNvSpPr/>
          <p:nvPr isPhoto="0" userDrawn="0">
            <p:ph type="sldNum" sz="quarter" idx="4" hasCustomPrompt="0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6CDD1976-51C9-48F4-BEB0-96D15CEC5AE6}" type="slidenum">
              <a:rPr/>
              <a:t>&lt;#&gt;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9pPr>
    </p:bodyStyle>
    <p:otherStyle>
      <a:defPPr>
        <a:defRPr/>
      </a:defPPr>
      <a:lvl1pPr marL="0" algn="l">
        <a:defRPr sz="1800">
          <a:solidFill>
            <a:schemeClr val="tx1"/>
          </a:solidFill>
          <a:latin typeface="+mn-lt"/>
        </a:defRPr>
      </a:lvl1pPr>
      <a:lvl2pPr marL="457200" algn="l">
        <a:defRPr sz="1800">
          <a:solidFill>
            <a:schemeClr val="tx1"/>
          </a:solidFill>
          <a:latin typeface="+mn-lt"/>
        </a:defRPr>
      </a:lvl2pPr>
      <a:lvl3pPr marL="914400" algn="l">
        <a:defRPr sz="1800">
          <a:solidFill>
            <a:schemeClr val="tx1"/>
          </a:solidFill>
          <a:latin typeface="+mn-lt"/>
        </a:defRPr>
      </a:lvl3pPr>
      <a:lvl4pPr marL="1371600" algn="l">
        <a:defRPr sz="1800">
          <a:solidFill>
            <a:schemeClr val="tx1"/>
          </a:solidFill>
          <a:latin typeface="+mn-lt"/>
        </a:defRPr>
      </a:lvl4pPr>
      <a:lvl5pPr marL="1828800" algn="l">
        <a:defRPr sz="1800">
          <a:solidFill>
            <a:schemeClr val="tx1"/>
          </a:solidFill>
          <a:latin typeface="+mn-lt"/>
        </a:defRPr>
      </a:lvl5pPr>
      <a:lvl6pPr marL="2286000" algn="l">
        <a:defRPr sz="1800">
          <a:solidFill>
            <a:schemeClr val="tx1"/>
          </a:solidFill>
          <a:latin typeface="+mn-lt"/>
        </a:defRPr>
      </a:lvl6pPr>
      <a:lvl7pPr marL="2743200" algn="l">
        <a:defRPr sz="1800">
          <a:solidFill>
            <a:schemeClr val="tx1"/>
          </a:solidFill>
          <a:latin typeface="+mn-lt"/>
        </a:defRPr>
      </a:lvl7pPr>
      <a:lvl8pPr marL="3200400" algn="l">
        <a:defRPr sz="1800">
          <a:solidFill>
            <a:schemeClr val="tx1"/>
          </a:solidFill>
          <a:latin typeface="+mn-lt"/>
        </a:defRPr>
      </a:lvl8pPr>
      <a:lvl9pPr marL="3657600" algn="l">
        <a:defRPr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onlyoffic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900147" name="Title 1"/>
          <p:cNvSpPr/>
          <p:nvPr isPhoto="0" userDrawn="0">
            <p:ph type="ctr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8000" b="1"/>
              <a:t>How They </a:t>
            </a:r>
            <a:br>
              <a:rPr/>
            </a:br>
            <a:r>
              <a:rPr sz="6600"/>
              <a:t>Throw Out</a:t>
            </a:r>
            <a:br>
              <a:rPr/>
            </a:br>
            <a:r>
              <a:rPr sz="6600"/>
              <a:t>a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428862" name="Title 3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5500" b="1"/>
              <a:t>Native Americans </a:t>
            </a:r>
            <a:r>
              <a:rPr sz="4700"/>
              <a:t>(XVII century)</a:t>
            </a:r>
            <a:endParaRPr/>
          </a:p>
        </p:txBody>
      </p:sp>
      <p:sp>
        <p:nvSpPr>
          <p:cNvPr id="175959197" name="Text Placeholder 4"/>
          <p:cNvSpPr/>
          <p:nvPr isPhoto="0" userDrawn="0">
            <p:ph type="body" idx="1" hasCustomPrompt="0"/>
          </p:nvPr>
        </p:nvSpPr>
        <p:spPr bwMode="auto">
          <a:xfrm>
            <a:off x="3833446" y="3888000"/>
            <a:ext cx="4986554" cy="2419200"/>
          </a:xfrm>
        </p:spPr>
        <p:txBody>
          <a:bodyPr/>
          <a:lstStyle/>
          <a:p>
            <a:pPr lvl="0">
              <a:defRPr/>
            </a:pPr>
            <a:r>
              <a:rPr/>
              <a:t>put a tomahawk </a:t>
            </a:r>
            <a:endParaRPr/>
          </a:p>
          <a:p>
            <a:pPr lvl="0">
              <a:defRPr/>
            </a:pPr>
            <a:r>
              <a:rPr/>
              <a:t>on the ground in the rival’s camp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226440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b="1"/>
              <a:t>European Knights</a:t>
            </a:r>
            <a:br>
              <a:rPr/>
            </a:br>
            <a:r>
              <a:rPr sz="4800"/>
              <a:t>(XII-XVI centuries)</a:t>
            </a:r>
            <a:endParaRPr/>
          </a:p>
        </p:txBody>
      </p:sp>
      <p:sp>
        <p:nvSpPr>
          <p:cNvPr id="2057526491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threw a glove</a:t>
            </a:r>
            <a:endParaRPr/>
          </a:p>
          <a:p>
            <a:pPr lvl="0">
              <a:defRPr/>
            </a:pPr>
            <a:r>
              <a:rPr/>
              <a:t>in the rival’s face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293217" name="Title 1"/>
          <p:cNvSpPr/>
          <p:nvPr isPhoto="0" userDrawn="0">
            <p:ph type="title" hasCustomPrompt="0"/>
          </p:nvPr>
        </p:nvSpPr>
        <p:spPr bwMode="auto">
          <a:xfrm>
            <a:off x="483576" y="1191600"/>
            <a:ext cx="8185224" cy="1724400"/>
          </a:xfrm>
        </p:spPr>
        <p:txBody>
          <a:bodyPr/>
          <a:lstStyle/>
          <a:p>
            <a:pPr lvl="0">
              <a:defRPr/>
            </a:pPr>
            <a:r>
              <a:rPr b="1"/>
              <a:t>African Yoruba tribes</a:t>
            </a:r>
            <a:br>
              <a:rPr/>
            </a:br>
            <a:endParaRPr b="1"/>
          </a:p>
        </p:txBody>
      </p:sp>
      <p:sp>
        <p:nvSpPr>
          <p:cNvPr id="28516038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sent a single </a:t>
            </a:r>
            <a:endParaRPr/>
          </a:p>
          <a:p>
            <a:pPr lvl="0">
              <a:defRPr/>
            </a:pPr>
            <a:r>
              <a:rPr/>
              <a:t>Cypraea</a:t>
            </a:r>
            <a:r>
              <a:rPr/>
              <a:t> shell</a:t>
            </a:r>
            <a:endParaRPr/>
          </a:p>
          <a:p>
            <a:pPr lvl="0">
              <a:defRPr/>
            </a:pPr>
            <a:r>
              <a:rPr/>
              <a:t>to the rivals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583148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b="1"/>
              <a:t>English gentlemen</a:t>
            </a:r>
            <a:br>
              <a:rPr/>
            </a:br>
            <a:r>
              <a:rPr sz="4800"/>
              <a:t>(XVII century)</a:t>
            </a:r>
            <a:endParaRPr/>
          </a:p>
        </p:txBody>
      </p:sp>
      <p:sp>
        <p:nvSpPr>
          <p:cNvPr id="572131797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sent a polite note</a:t>
            </a:r>
            <a:endParaRPr/>
          </a:p>
          <a:p>
            <a:pPr lvl="0">
              <a:defRPr/>
            </a:pPr>
            <a:r>
              <a:rPr/>
              <a:t>with the challenge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678457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6000" b="1"/>
              <a:t>Japan samurais</a:t>
            </a:r>
            <a:br>
              <a:rPr/>
            </a:br>
            <a:r>
              <a:rPr sz="4800"/>
              <a:t>(XII-XVII centuries)</a:t>
            </a:r>
            <a:endParaRPr/>
          </a:p>
        </p:txBody>
      </p:sp>
      <p:sp>
        <p:nvSpPr>
          <p:cNvPr id="1900037862" name="Text Placeholder 2"/>
          <p:cNvSpPr/>
          <p:nvPr isPhoto="0" userDrawn="0">
            <p:ph type="body" idx="1" hasCustomPrompt="0"/>
          </p:nvPr>
        </p:nvSpPr>
        <p:spPr bwMode="auto">
          <a:xfrm>
            <a:off x="2910254" y="3888001"/>
            <a:ext cx="5909746" cy="2029222"/>
          </a:xfrm>
        </p:spPr>
        <p:txBody>
          <a:bodyPr/>
          <a:lstStyle/>
          <a:p>
            <a:pPr lvl="0">
              <a:defRPr/>
            </a:pPr>
            <a:r>
              <a:rPr/>
              <a:t>clattered their guards</a:t>
            </a:r>
            <a:endParaRPr/>
          </a:p>
          <a:p>
            <a:pPr lvl="0">
              <a:defRPr/>
            </a:pPr>
            <a:r>
              <a:rPr/>
              <a:t>against sheath to attract</a:t>
            </a:r>
            <a:endParaRPr/>
          </a:p>
          <a:p>
            <a:pPr lvl="0">
              <a:defRPr/>
            </a:pPr>
            <a:r>
              <a:rPr/>
              <a:t>the rival’s attention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283554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6000" b="1"/>
              <a:t>Office plankton</a:t>
            </a:r>
            <a:br>
              <a:rPr/>
            </a:br>
            <a:r>
              <a:rPr sz="4800"/>
              <a:t>(XXI century)</a:t>
            </a:r>
            <a:endParaRPr/>
          </a:p>
        </p:txBody>
      </p:sp>
      <p:sp>
        <p:nvSpPr>
          <p:cNvPr id="287922410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3600"/>
              <a:t>send emails with</a:t>
            </a:r>
            <a:endParaRPr/>
          </a:p>
          <a:p>
            <a:pPr lvl="0">
              <a:defRPr/>
            </a:pPr>
            <a:r>
              <a:rPr sz="3600"/>
              <a:t>the Challenge subject</a:t>
            </a:r>
            <a:endParaRPr/>
          </a:p>
          <a:p>
            <a:pPr lvl="0">
              <a:defRPr/>
            </a:pPr>
            <a:r>
              <a:rPr sz="3600"/>
              <a:t>to their competitors</a:t>
            </a:r>
            <a:endParaRPr/>
          </a:p>
          <a:p>
            <a:pPr lvl="0"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796567" name="Title 3"/>
          <p:cNvSpPr/>
          <p:nvPr isPhoto="0" userDrawn="0">
            <p:ph type="title" hasCustomPrompt="0"/>
          </p:nvPr>
        </p:nvSpPr>
        <p:spPr bwMode="auto">
          <a:xfrm>
            <a:off x="628650" y="1358657"/>
            <a:ext cx="7886700" cy="3063874"/>
          </a:xfrm>
        </p:spPr>
        <p:txBody>
          <a:bodyPr/>
          <a:lstStyle/>
          <a:p>
            <a:pPr lvl="0" algn="ctr">
              <a:defRPr/>
            </a:pPr>
            <a:r>
              <a:rPr sz="8800"/>
              <a:t>ONLYOFFICE </a:t>
            </a:r>
            <a:br>
              <a:rPr/>
            </a:br>
            <a:r>
              <a:rPr sz="6600"/>
              <a:t>stands for Peace</a:t>
            </a:r>
            <a:endParaRPr/>
          </a:p>
        </p:txBody>
      </p:sp>
      <p:sp>
        <p:nvSpPr>
          <p:cNvPr id="349984916" name="Content Placeholder 4"/>
          <p:cNvSpPr/>
          <p:nvPr isPhoto="0" userDrawn="0">
            <p:ph idx="1" hasCustomPrompt="0"/>
          </p:nvPr>
        </p:nvSpPr>
        <p:spPr bwMode="auto">
          <a:xfrm>
            <a:off x="628650" y="4703884"/>
            <a:ext cx="7886700" cy="624254"/>
          </a:xfrm>
        </p:spPr>
        <p:txBody>
          <a:bodyPr/>
          <a:lstStyle/>
          <a:p>
            <a:pPr marL="0" lvl="0" indent="0" algn="ctr">
              <a:buNone/>
              <a:defRPr/>
            </a:pPr>
            <a:r>
              <a:rPr sz="3200" u="sng">
                <a:solidFill>
                  <a:schemeClr val="hlink"/>
                </a:solidFill>
                <a:hlinkClick r:id="rId3" tooltip=""/>
              </a:rPr>
              <a:t>www.onlyoffice.com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Custom 9">
      <a:dk1>
        <a:srgbClr val="FFFFFF"/>
      </a:dk1>
      <a:lt1>
        <a:srgbClr val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E7E6E6"/>
      </a:folHlink>
    </a:clrScheme>
    <a:fontScheme name="Georgia">
      <a:majorFont>
        <a:latin typeface="Georgia"/>
        <a:ea typeface="Arial"/>
        <a:cs typeface="Arial"/>
      </a:majorFont>
      <a:minorFont>
        <a:latin typeface="Georgia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onlyoffice/9.4.1.15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Anonymous</cp:lastModifiedBy>
  <cp:revision>1</cp:revision>
  <dcterms:created xsi:type="dcterms:W3CDTF">2012-12-03T06:56:55Z</dcterms:created>
  <dcterms:modified xsi:type="dcterms:W3CDTF">2026-07-17T07:38:54Z</dcterms:modified>
</cp:coreProperties>
</file>